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Customer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K-Means Clustering, PCA and Power BI</a:t>
            </a:r>
          </a:p>
          <a:p>
            <a:r>
              <a:t>Minor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Retail customers have different purchasing behaviors.</a:t>
            </a:r>
          </a:p>
          <a:p>
            <a:pPr/>
            <a:r>
              <a:t>Businesses need meaningful customer groups.</a:t>
            </a:r>
          </a:p>
          <a:p>
            <a:pPr/>
            <a:r>
              <a:t>Machine learning can identify similar customers.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Clean and analyze customer data.</a:t>
            </a:r>
          </a:p>
          <a:p>
            <a:pPr/>
            <a:r>
              <a:t>Identify behavior patterns.</a:t>
            </a:r>
          </a:p>
          <a:p>
            <a:pPr/>
            <a:r>
              <a:t>Apply K-Means clustering.</a:t>
            </a:r>
          </a:p>
          <a:p>
            <a:pPr/>
            <a:r>
              <a:t>Visualize clusters using PCA.</a:t>
            </a:r>
          </a:p>
          <a:p>
            <a:pPr/>
            <a:r>
              <a:t>Build a Power BI dashboard.</a:t>
            </a:r>
          </a:p>
          <a:p>
            <a:pPr/>
            <a:r>
              <a:t>Generate business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600 synthetic customer records.</a:t>
            </a:r>
          </a:p>
          <a:p>
            <a:pPr/>
            <a:r>
              <a:t>Income, purchase frequency, order value and spending.</a:t>
            </a:r>
          </a:p>
          <a:p>
            <a:pPr/>
            <a:r>
              <a:t>Recency and discount usage.</a:t>
            </a:r>
          </a:p>
          <a:p>
            <a:pPr/>
            <a:r>
              <a:t>Online/store purchases, category and 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Collection → Data Cleaning → EDA</a:t>
            </a:r>
          </a:p>
          <a:p>
            <a:pPr/>
            <a:r>
              <a:t>Feature Selection → Standardization</a:t>
            </a:r>
          </a:p>
          <a:p>
            <a:pPr/>
            <a:r>
              <a:t>K-Means → Silhouette Evaluation → PCA</a:t>
            </a:r>
          </a:p>
          <a:p>
            <a:pPr/>
            <a:r>
              <a:t>Segment Profiling → Power BI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Best K: 2</a:t>
            </a:r>
          </a:p>
          <a:p>
            <a:pPr/>
            <a:r>
              <a:t>Silhouette score: 0.5943</a:t>
            </a:r>
          </a:p>
          <a:p>
            <a:pPr/>
            <a:r>
              <a:t>K-Means assigns customers to behavior-based clusters.</a:t>
            </a:r>
          </a:p>
          <a:p>
            <a:pPr/>
            <a:r>
              <a:t>PCA reduces dimensions for visual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High-Value Customers: 152 customers</a:t>
            </a:r>
          </a:p>
          <a:p>
            <a:pPr/>
            <a:r>
              <a:t>Regular Customers: 448 customers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High-value: loyalty rewards and premium offers.</a:t>
            </a:r>
          </a:p>
          <a:p>
            <a:pPr/>
            <a:r>
              <a:t>Regular: personalized bundles and promotions.</a:t>
            </a:r>
          </a:p>
          <a:p>
            <a:pPr/>
            <a:r>
              <a:t>Budget: value packs and discounts.</a:t>
            </a:r>
          </a:p>
          <a:p>
            <a:pPr/>
            <a:r>
              <a:t>Occasional: re-engagement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Python, Pandas, NumPy</a:t>
            </a:r>
          </a:p>
          <a:p>
            <a:pPr/>
            <a:r>
              <a:t>Matplotlib, Seaborn</a:t>
            </a:r>
          </a:p>
          <a:p>
            <a:pPr/>
            <a:r>
              <a:t>Scikit-learn: K-Means and PCA</a:t>
            </a:r>
          </a:p>
          <a:p>
            <a:pPr/>
            <a:r>
              <a:t>Microsoft Power BI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Customer segmentation converts retail data into useful groups.</a:t>
            </a:r>
          </a:p>
          <a:p>
            <a:pPr/>
            <a:r>
              <a:t>K-Means identifies similar purchasing patterns.</a:t>
            </a:r>
          </a:p>
          <a:p>
            <a:pPr/>
            <a:r>
              <a:t>PCA improves visual understanding.</a:t>
            </a:r>
          </a:p>
          <a:p>
            <a:pPr/>
            <a:r>
              <a:t>Power BI communicates results to decision makers.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